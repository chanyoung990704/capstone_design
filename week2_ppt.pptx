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0d3addd8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40d3addd8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40d3addd8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40d3addd8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40d3addd8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40d3addd8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40d3addd8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40d3addd8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40d3addd8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40d3addd8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40d3addd8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40d3addd8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0d3addd8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0d3addd8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0d3addd8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40d3addd8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40d3addd8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40d3addd8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0d3addd8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40d3addd8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0d3addd8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40d3addd8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40d3addd8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40d3addd8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40d3addd8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40d3addd8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40d3addd81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40d3addd8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종합설계 2주차 발표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Members : 이주</a:t>
            </a:r>
            <a:r>
              <a:rPr lang="en"/>
              <a:t>한, 박찬영, 쳉소피아룬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Topic &amp; Goal : Movie review &amp; recommendation system (application) 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2374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18"/>
              <a:buChar char="-"/>
            </a:pPr>
            <a:r>
              <a:rPr lang="en" sz="1417"/>
              <a:t>Provide an efficient way of searching for movies and information about movies without spending a lot of time</a:t>
            </a:r>
            <a:endParaRPr sz="1417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17"/>
          </a:p>
          <a:p>
            <a:pPr indent="-3186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18"/>
              <a:buChar char="-"/>
            </a:pPr>
            <a:r>
              <a:rPr lang="en" sz="1417"/>
              <a:t>Provide a recommendation system based on variables of users’ choice</a:t>
            </a:r>
            <a:endParaRPr sz="1417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17"/>
          </a:p>
          <a:p>
            <a:pPr indent="-3186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18"/>
              <a:buChar char="-"/>
            </a:pPr>
            <a:r>
              <a:rPr lang="en" sz="1417"/>
              <a:t>Build an additional recommendation system by collecting the users’ records</a:t>
            </a:r>
            <a:endParaRPr sz="1417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Why this topic?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1756950"/>
            <a:ext cx="7688700" cy="28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658" lvl="0" marL="457200" rtl="0" algn="l">
              <a:spcBef>
                <a:spcPts val="0"/>
              </a:spcBef>
              <a:spcAft>
                <a:spcPts val="0"/>
              </a:spcAft>
              <a:buSzPts val="1403"/>
              <a:buChar char="-"/>
            </a:pPr>
            <a:r>
              <a:rPr lang="en" sz="1402"/>
              <a:t>Movies have always had high demands globally both at the cinemas and homes</a:t>
            </a:r>
            <a:endParaRPr sz="1402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658" lvl="0" marL="457200" rtl="0" algn="l">
              <a:spcBef>
                <a:spcPts val="1200"/>
              </a:spcBef>
              <a:spcAft>
                <a:spcPts val="0"/>
              </a:spcAft>
              <a:buSzPts val="1403"/>
              <a:buChar char="-"/>
            </a:pPr>
            <a:r>
              <a:rPr lang="en" sz="1402"/>
              <a:t>Use of recommendation systems help users not only save time &amp; money, but gain great satisfaction</a:t>
            </a:r>
            <a:endParaRPr sz="1402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658" lvl="0" marL="457200" rtl="0" algn="l">
              <a:spcBef>
                <a:spcPts val="1200"/>
              </a:spcBef>
              <a:spcAft>
                <a:spcPts val="0"/>
              </a:spcAft>
              <a:buSzPts val="1403"/>
              <a:buChar char="-"/>
            </a:pPr>
            <a:r>
              <a:rPr lang="en" sz="1402"/>
              <a:t>A numerous number of open source libraries and algorithms are available to choose and implement</a:t>
            </a:r>
            <a:endParaRPr sz="1402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658" lvl="0" marL="457200" rtl="0" algn="l">
              <a:spcBef>
                <a:spcPts val="1200"/>
              </a:spcBef>
              <a:spcAft>
                <a:spcPts val="0"/>
              </a:spcAft>
              <a:buSzPts val="1403"/>
              <a:buChar char="-"/>
            </a:pPr>
            <a:r>
              <a:rPr lang="en" sz="1402"/>
              <a:t>Huge raw data to feed upon</a:t>
            </a:r>
            <a:endParaRPr sz="140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20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Can we achieve the goal during a semester?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658" lvl="0" marL="457200" rtl="0" algn="l">
              <a:spcBef>
                <a:spcPts val="0"/>
              </a:spcBef>
              <a:spcAft>
                <a:spcPts val="0"/>
              </a:spcAft>
              <a:buSzPts val="1403"/>
              <a:buChar char="-"/>
            </a:pPr>
            <a:r>
              <a:rPr lang="en" sz="1402"/>
              <a:t>N</a:t>
            </a:r>
            <a:r>
              <a:rPr lang="en" sz="1402"/>
              <a:t>umerous number of open source libraries and algorithms are available to choose and implement</a:t>
            </a:r>
            <a:endParaRPr sz="1402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658" lvl="0" marL="457200" rtl="0" algn="l">
              <a:spcBef>
                <a:spcPts val="1200"/>
              </a:spcBef>
              <a:spcAft>
                <a:spcPts val="0"/>
              </a:spcAft>
              <a:buSzPts val="1403"/>
              <a:buChar char="-"/>
            </a:pPr>
            <a:r>
              <a:rPr lang="en" sz="1402"/>
              <a:t>Many previous works to take hints from</a:t>
            </a:r>
            <a:endParaRPr sz="1402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658" lvl="0" marL="457200" rtl="0" algn="l">
              <a:spcBef>
                <a:spcPts val="1200"/>
              </a:spcBef>
              <a:spcAft>
                <a:spcPts val="0"/>
              </a:spcAft>
              <a:buSzPts val="1403"/>
              <a:buChar char="-"/>
            </a:pPr>
            <a:r>
              <a:rPr lang="en" sz="1402"/>
              <a:t>Cheap (Does not require extra hardware)</a:t>
            </a:r>
            <a:endParaRPr sz="1402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Prior Knowledge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Training simple models (MNIST)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NLP implementation : Use of DistilBERT model to predict sentiment (positive / negative) of movie reviews.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Project Requirements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97273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Raw Data</a:t>
            </a:r>
            <a:endParaRPr sz="1500"/>
          </a:p>
          <a:p>
            <a:pPr indent="0" lvl="0" marL="457200" rtl="0" algn="just">
              <a:lnSpc>
                <a:spcPct val="9727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just">
              <a:lnSpc>
                <a:spcPct val="97273"/>
              </a:lnSpc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Python IDEs and Libraries (Google Colab || Anaconda ) </a:t>
            </a:r>
            <a:endParaRPr sz="1500"/>
          </a:p>
          <a:p>
            <a:pPr indent="0" lvl="0" marL="457200" rtl="0" algn="just">
              <a:lnSpc>
                <a:spcPct val="9727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just">
              <a:lnSpc>
                <a:spcPct val="97273"/>
              </a:lnSpc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GUI (depending on whether it’s Android or Web)</a:t>
            </a:r>
            <a:endParaRPr sz="1500"/>
          </a:p>
          <a:p>
            <a:pPr indent="0" lvl="0" marL="0" rtl="0" algn="just">
              <a:lnSpc>
                <a:spcPct val="9727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Previous Works</a:t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400" y="2334375"/>
            <a:ext cx="2024525" cy="106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1" y="2334375"/>
            <a:ext cx="2068402" cy="106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7475" y="2334375"/>
            <a:ext cx="2140674" cy="10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Approaches to accomplish the goal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28600" lvl="0" marL="508000" rtl="0" algn="just">
              <a:lnSpc>
                <a:spcPct val="97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  	Past works will be </a:t>
            </a:r>
            <a:r>
              <a:rPr lang="en">
                <a:solidFill>
                  <a:srgbClr val="000000"/>
                </a:solidFill>
              </a:rPr>
              <a:t>reviewed</a:t>
            </a:r>
            <a:endParaRPr>
              <a:solidFill>
                <a:srgbClr val="000000"/>
              </a:solidFill>
            </a:endParaRPr>
          </a:p>
          <a:p>
            <a:pPr indent="-228600" lvl="0" marL="508000" rtl="0" algn="just">
              <a:lnSpc>
                <a:spcPct val="9727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	- What algorithms do they use?</a:t>
            </a:r>
            <a:endParaRPr>
              <a:solidFill>
                <a:srgbClr val="000000"/>
              </a:solidFill>
            </a:endParaRPr>
          </a:p>
          <a:p>
            <a:pPr indent="-228600" lvl="0" marL="508000" rtl="0" algn="just">
              <a:lnSpc>
                <a:spcPct val="9727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	- What is the review of those apps &amp; pages and why are they rated such way?</a:t>
            </a:r>
            <a:endParaRPr>
              <a:solidFill>
                <a:srgbClr val="000000"/>
              </a:solidFill>
            </a:endParaRPr>
          </a:p>
          <a:p>
            <a:pPr indent="-228600" lvl="0" marL="508000" rtl="0" algn="just">
              <a:lnSpc>
                <a:spcPct val="9727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	- Differentiate our project from previous works with additional || efficient algorithm implementation</a:t>
            </a:r>
            <a:endParaRPr>
              <a:solidFill>
                <a:srgbClr val="000000"/>
              </a:solidFill>
            </a:endParaRPr>
          </a:p>
          <a:p>
            <a:pPr indent="-228600" lvl="0" marL="508000" rtl="0" algn="just">
              <a:lnSpc>
                <a:spcPct val="9727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  	Open source codes available on various sites such as Github and Youtube will also be reviewed and implemented if possible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Topic &amp; Goal : Hotel booking &amp; recommendation system (application) 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Provides an easy and efficient way of searching for accomodation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Provides a tool for easy booking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Why this topic?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People love to travel and the demands for a simple, easy to use system for reservations are always high.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Reliable way to get a good place for a good price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Lots of previous works to take inspiration from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Can we</a:t>
            </a:r>
            <a:r>
              <a:rPr lang="en"/>
              <a:t> achieve the goal during a semester?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Scope of project is achievable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Plenty of examples to take inspiration from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Using existing databases and datasets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Prior Knowledge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Experiences building simple Web pages (web programming class)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ReactJS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Spring back-end tool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Project Requirements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Data of hotels’ names, price and locations 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Data of hotel reviews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API of hotel booking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Previous Works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Hotel review and recommendation system: Hotels.com, Booking.com</a:t>
            </a:r>
            <a:endParaRPr/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200" y="2768175"/>
            <a:ext cx="2442400" cy="145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0700" y="2438024"/>
            <a:ext cx="3083200" cy="231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</a:t>
            </a:r>
            <a:r>
              <a:rPr lang="en"/>
              <a:t>Approaches to accomplish the goal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need to look for and apply various algorithms to see which one is suitable for hotel evaluation.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See other hotel applications to refer what is essential for hotel recommendation applications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need to find a reliable and large Dataset.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